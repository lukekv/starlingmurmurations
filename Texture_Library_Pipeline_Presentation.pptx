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Texture Library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Sorter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pipeline that automatically sorts, names,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organizes 20,000+ architectural texture files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4343400"/>
            <a:ext cx="3474720" cy="32004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Architectural Visualization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24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at Scale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architect's texture library grows for years, accumulating files from many sources. Without automation, finding a single material means manually browsing thousands of unsorted, inconsistently named files.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606040" cy="2606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2606040" cy="64008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8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files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organize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627632"/>
            <a:ext cx="2606040" cy="2606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627632"/>
            <a:ext cx="2606040" cy="64008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202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A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55+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91840" y="3063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avoided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1627632"/>
            <a:ext cx="2606040" cy="2606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627632"/>
            <a:ext cx="2606040" cy="64008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9202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080760" y="3063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categories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 by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also handles PBR texture sets — groups of 4–6 related files that must be recognized as one unit, deduplicated together, and copied as a set.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PBR Texture Set?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texture is a flat image applied to a 3D surface to make it look like a real material. PBR (Physically Based Rendering) textures come in sets of 4–6 coordinated files that together simulate how light behaves on a surface.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must detect that these files belong together, keep them as one group, and copy the full set to the output folder.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4114800" cy="1810512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71800"/>
            <a:ext cx="4114800" cy="6400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127248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8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ConcreteWall_Albedo.jpg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8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ConcreteWall_Normal.jpg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8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ConcreteWall_Roughness.jpg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8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ConcreteWall_Metallic.jpg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8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ConcreteWall_Displace.jpg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32688"/>
            <a:ext cx="3840480" cy="69494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32688"/>
            <a:ext cx="64008" cy="694944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00584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47488" y="1298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surface color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746504"/>
            <a:ext cx="3840480" cy="69494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746504"/>
            <a:ext cx="64008" cy="694944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181965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2112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surface bumps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3840480" cy="69494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560320"/>
            <a:ext cx="64008" cy="694944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63347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7488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shiny or matte the surface 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374136"/>
            <a:ext cx="3840480" cy="69494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374136"/>
            <a:ext cx="64008" cy="694944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344728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3739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vs. non-metal areas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4187952"/>
            <a:ext cx="3840480" cy="69494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4187952"/>
            <a:ext cx="64008" cy="694944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426110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47488" y="4553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depth and surface relief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Five-Stage Pipeline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texture passes through five automated stages — like an assembly line. Progress is saved after each step so the pipeline can be safely stopped and resumed at any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554480" cy="2834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1554480" cy="64008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8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999232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group PBR 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7432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171700" y="1645920"/>
            <a:ext cx="1554480" cy="2834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1700" y="1645920"/>
            <a:ext cx="1554480" cy="64008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1700" y="18745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171700" y="2542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35708" y="2999232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identical files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26180" y="27432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840480" y="1645920"/>
            <a:ext cx="1554480" cy="2834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645920"/>
            <a:ext cx="1554480" cy="64008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8745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840480" y="2542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04488" y="2999232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texture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7432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509260" y="1645920"/>
            <a:ext cx="1554480" cy="2834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9260" y="1645920"/>
            <a:ext cx="1554480" cy="64008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9260" y="18745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7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509260" y="2542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3268" y="2999232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with local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63740" y="27432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178040" y="1645920"/>
            <a:ext cx="1554480" cy="2834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1645920"/>
            <a:ext cx="1554480" cy="64008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8745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F6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7178040" y="2542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42048" y="2999232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organized library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are recorded in a database. A crashed run resumes from exactly where it stopped — nothing is repeated.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01  ·  Scan &amp; Group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41832"/>
            <a:ext cx="54864" cy="62179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9264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every folder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4358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all image files (JPG, PNG, TIF, EXR, etc.) in the entire input directory tree.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54864" cy="62179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73936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PBR sets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482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sharing the same base name in the same folder become one group: three files → one texture.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54864" cy="62179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78608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known junk folders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8529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names like 'ChaosGroupTextureCache' or 'Single planks' are excluded at scan time before any processing begins.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54864" cy="62179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keywords from names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'sky,' 'rug,' 'seamless,' or 'hdri' in a filename pre-classify the texture before the AI is called.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4864" cy="62179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8795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real-world dimensions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4622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in filenames ('600x300mm,' '48x36in') are extracted and stored. Ambiguous units default to inches.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02  ·  Deduplication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perceptual hash (pHash) is computed for every base image. Think of it as a fingerprint for what an image looks like — not its exact bytes. Two visually identical images in different formats or sizes produce nearly identical fingerprints.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920240"/>
            <a:ext cx="1938528" cy="12801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920240"/>
            <a:ext cx="1938528" cy="64008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08483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22576" y="2359152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1938528" cy="12801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920240"/>
            <a:ext cx="1938528" cy="64008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08483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64-bit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8848" y="2359152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36592" y="1920240"/>
            <a:ext cx="1938528" cy="12801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1920240"/>
            <a:ext cx="1938528" cy="64008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08483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BK-tree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near-matches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359152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912864" y="1920240"/>
            <a:ext cx="1938528" cy="12801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1920240"/>
            <a:ext cx="1938528" cy="64008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2084832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≤ 4?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duplicate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3886200" cy="141732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29000"/>
            <a:ext cx="64008" cy="1417320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saved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813048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alphabetically first copy is kept. The duplicate is copied to _recycle_bin/duplicates/ for reference. A full duplicate report is written so every decision can be audited.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429000"/>
            <a:ext cx="3886200" cy="141732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429000"/>
            <a:ext cx="64008" cy="1417320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01768" y="3813048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Colorway variants — the same fabric pattern in two different dye colors — can be falsely flagged as duplicates. This is a known limitation and an area for future refinement.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03  ·  Five Quality Checks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automated checks run on every texture. Failures go to a review folder — not the bin.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402336" cy="402336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408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664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map must be at least 512 px on the shortest side. Too small to be useful in professional rendering.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402336" cy="402336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1396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/ Solid Color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3957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pixel variation. Near-zero variation means a solid export or an empty layer — sent to recycle bin.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02336" cy="402336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87552" y="28712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1272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edge strips near-uniform = object photographed on a studio background, not a material texture.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402336" cy="402336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" y="36027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Art / Drawings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8587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60%+ of pixels are near-white, it's a CAD drawing, floor plan, or technical document — not a texture.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402336" cy="402336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7552" y="43342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45902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signals: (1) edge gradient spike ratio and (2) opposite-edge pixel similarity. Both must pass.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04  ·  AI Tagging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AI vision model (Gemma 4, via Ollama) looks at each texture image and answers structured questions — entirely on-device, no internet, no cost.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4983480" cy="3246120"/>
        </p:xfrm>
        <a:graphic>
          <a:graphicData uri="http://schemas.openxmlformats.org/drawingml/2006/table">
            <a:tbl>
              <a:tblPr/>
              <a:tblGrid>
                <a:gridCol w="2788920"/>
                <a:gridCol w="219456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AI decides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5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(from fixed list of 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Color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wood, oak, planks, natural, woodgrain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Tileable?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Size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E3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 × 2m  (filename-parsed value takes priority)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572768"/>
            <a:ext cx="3017520" cy="58521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572768"/>
            <a:ext cx="64008" cy="585216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0448" y="163677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private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70448" y="18928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the machine. No cloud fees. No rate limits.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2240280"/>
            <a:ext cx="3017520" cy="58521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240280"/>
            <a:ext cx="64008" cy="585216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230428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categories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70448" y="25603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Stone, Tile, Fabric, Concrete, Metal, Brick, Art, Sky, Water...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2907792"/>
            <a:ext cx="3017520" cy="58521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907792"/>
            <a:ext cx="64008" cy="585216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29718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70448" y="32278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retries with backoff on timeout. Failures resume on next run.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0" y="3575304"/>
            <a:ext cx="3017520" cy="58521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3575304"/>
            <a:ext cx="64008" cy="585216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70448" y="36393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hints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70448" y="389534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pre-classify textures — AI validates rather than guesses cold.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0" y="4242816"/>
            <a:ext cx="3017520" cy="58521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4242816"/>
            <a:ext cx="64008" cy="585216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70448" y="43068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guard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70448" y="45628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disagreement with geometry test → _needs_review/ai_not_tileable/.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Override Pass — Rescuing Non-Tileable Textures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genuinely useful textures are not tileable by design: artwork, sky images, water photos, grunge overlays. The tileability check correctly rejects them — but they still belong in the library.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945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194560" cy="64008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9339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Tileability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folder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212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21945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828800"/>
            <a:ext cx="2194560" cy="64008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99339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asked: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this?"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2212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0" y="1828800"/>
            <a:ext cx="21945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2194560" cy="64008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99339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/ Sky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/ Water?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1892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2258568"/>
            <a:ext cx="146304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2585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8072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3172968"/>
            <a:ext cx="146304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172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27248"/>
            <a:ext cx="6675120" cy="1719072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27248"/>
            <a:ext cx="64008" cy="1719072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2644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safe interruption and resume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584448"/>
            <a:ext cx="6309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Ctrl+C saves progress cleanly. Textures the AI has already decided on receive a terminal database status (tileability_override_confirmed) so they are never re-processed on a resumed run. Only genuinely unfinished work is retried. AI call fees are not wasted.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05  ·  Organized Output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copied — never moved or deleted from the source. Every texture gets a consistent, descriptive name and its own folder: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90472"/>
            <a:ext cx="822960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04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8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_  Material  _  MaterialType  _  Color  _  NN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8229600" cy="224028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04288"/>
            <a:ext cx="8229600" cy="6400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0592"/>
            <a:ext cx="7863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_output/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Wood/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Wood_Oak_Planks_Beige_01/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Wood_Oak_Planks_Beige_01.jpg         ← base map, renamed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Wood_Oak_Planks_Beige_01_NRM.jpg     ← normal map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Wood_Oak_Planks_Beige_01_RGH.jpg     ← roughness map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Wood_Oak_Planks_Beige_01.json        ← all metadata stored 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Wood_Oak_Planks_Beige_01.pat         ← Revit pattern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sidecar stores AI metadata, parsed real-world dimensions, source path, and map list — making the library fully self-describing for any future tool.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Preview Browser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pipeline runs, one script generates a single HTML file you open in any browser. No installation, no server, no internet — just open and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676656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733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23 material categories with live texture 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00200"/>
            <a:ext cx="64008" cy="676656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6733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text 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9568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material, color, tag, or source filename instantly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95728"/>
            <a:ext cx="64008" cy="676656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4688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 filter checkbox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27523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textures that have a full set of PBR maps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395728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95728"/>
            <a:ext cx="64008" cy="676656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688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grid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7523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px preview image generated for every texture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91256"/>
            <a:ext cx="64008" cy="676656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26440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&amp; size dimensions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354787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filenames — always displayed in inches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191256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91256"/>
            <a:ext cx="64008" cy="676656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26440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Click-to-copy path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354787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texture name to copy its Windows folder path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86784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986784"/>
            <a:ext cx="64008" cy="676656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0599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bin tabs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" y="43434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was set aside and why — transparent decisions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986784"/>
            <a:ext cx="397764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986784"/>
            <a:ext cx="64008" cy="676656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40599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selection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28032" y="43434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and move or delete groups of textures at once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Reliability — Crash Recovery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in a local SQLite database. The pipeline can be stopped at any time and restarted from exactly where it left off. Nothing is ever repeated.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55648"/>
            <a:ext cx="1508760" cy="493776"/>
          </a:xfrm>
          <a:prstGeom prst="rect">
            <a:avLst/>
          </a:prstGeom>
          <a:solidFill>
            <a:srgbClr val="1A2540"/>
          </a:solidFill>
          <a:ln w="12700">
            <a:solidFill>
              <a:srgbClr val="7A8A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5564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89280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4832" y="1755648"/>
            <a:ext cx="1508760" cy="493776"/>
          </a:xfrm>
          <a:prstGeom prst="rect">
            <a:avLst/>
          </a:prstGeom>
          <a:solidFill>
            <a:srgbClr val="1A2540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75564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8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dedup_check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93592" y="189280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3904" y="1755648"/>
            <a:ext cx="1508760" cy="493776"/>
          </a:xfrm>
          <a:prstGeom prst="rect">
            <a:avLst/>
          </a:prstGeom>
          <a:solidFill>
            <a:srgbClr val="1A2540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175564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12664" y="189280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2976" y="1755648"/>
            <a:ext cx="1508760" cy="493776"/>
          </a:xfrm>
          <a:prstGeom prst="rect">
            <a:avLst/>
          </a:prstGeom>
          <a:solidFill>
            <a:srgbClr val="1A2540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175564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7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ai_tagging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31736" y="1892808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A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42048" y="1755648"/>
            <a:ext cx="1508760" cy="493776"/>
          </a:xfrm>
          <a:prstGeom prst="rect">
            <a:avLst/>
          </a:prstGeom>
          <a:solidFill>
            <a:srgbClr val="1A2540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75564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8229600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23160"/>
            <a:ext cx="64008" cy="1234440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542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States — once reached, never re-processed on resume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86207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  ·  duplicate  ·  binned_resolution  ·  binned_blank  ·  tileability_failed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tileability_override_confirmed  ·  review_no_base_map  ·  review_line_art  ·  review_ai_not_tileable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8229600" cy="1033272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22192"/>
            <a:ext cx="64008" cy="103327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writes — no data corruption under parallel processing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CPU cores run image analysis in parallel. All database writes are queued through a single dedicated writer thread so cores never compete — eliminating any risk of database corruption.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603504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24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069848"/>
            <a:ext cx="27432" cy="38404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08813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Cross-platform, rich image processing ecosystem, readable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45920"/>
            <a:ext cx="64008" cy="603504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099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19842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1755648"/>
            <a:ext cx="27432" cy="38404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77393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hash, statistical analysis — all standard image operations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31720"/>
            <a:ext cx="64008" cy="603504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441448"/>
            <a:ext cx="27432" cy="38404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45973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Zero-installation, single file, crash-safe with WAL journal mode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17520"/>
            <a:ext cx="64008" cy="603504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0815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Gemma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355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model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3127248"/>
            <a:ext cx="27432" cy="38404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63240" y="314553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on-device — no internet, no per-call cost, no data sharing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03320"/>
            <a:ext cx="64008" cy="603504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7673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40416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communication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3813048"/>
            <a:ext cx="27432" cy="38404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383133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interface — swap any vision model by editing one config 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822960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389120"/>
            <a:ext cx="64008" cy="603504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453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JavaScript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browser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0" y="4498848"/>
            <a:ext cx="27432" cy="38404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451713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file — works offline, no server, shareable immediately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Principles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9264"/>
            <a:ext cx="8229600" cy="896112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9264"/>
            <a:ext cx="64008" cy="896112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607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 the source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only ever copies — never moves or deletes. The worst case is deleting the output folder and starting fresh. Source files are always safe.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75104"/>
            <a:ext cx="8229600" cy="896112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75104"/>
            <a:ext cx="64008" cy="89611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665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configurable in one place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37744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threshold, category, AI model, and format lives in config.py. Nothing is hardcoded. Tune the tool without touching any processing logic.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896112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80944"/>
            <a:ext cx="64008" cy="896112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723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go to review, not the bin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3832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Tileability failures, AI disagreements, and edge cases go to _needs_review folders for human judgment. Nothing is lost quietly without a record.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8229600" cy="896112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86784"/>
            <a:ext cx="64008" cy="896112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782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— private, free, and swappable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38912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cloud AI calls would cost money and send proprietary assets off-site. The local model runs free, stays private, and is replaced by editing one line.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28016" cy="128016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5-stage pipeline processing 20,000+ texture files end-to-end, with full crash recovery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128016" cy="128016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4533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pHash deduplication that finds visually identical images across different names and formats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28016" cy="128016"/>
          </a:xfrm>
          <a:prstGeom prst="rect">
            <a:avLst/>
          </a:prstGeom>
          <a:solidFill>
            <a:srgbClr val="E8A338"/>
          </a:solidFill>
          <a:ln w="12700">
            <a:solidFill>
              <a:srgbClr val="E8A3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automated quality gates — resolution, blank detection, product photos, line art, tileability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28016" cy="128016"/>
          </a:xfrm>
          <a:prstGeom prst="rect">
            <a:avLst/>
          </a:prstGeom>
          <a:solidFill>
            <a:srgbClr val="9B7AD4"/>
          </a:solidFill>
          <a:ln w="12700">
            <a:solidFill>
              <a:srgbClr val="9B7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243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categorization into 23 material categories with consistent, human-readable naming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128016" cy="128016"/>
          </a:xfrm>
          <a:prstGeom prst="rect">
            <a:avLst/>
          </a:prstGeom>
          <a:solidFill>
            <a:srgbClr val="CF6060"/>
          </a:solidFill>
          <a:ln w="12700">
            <a:solidFill>
              <a:srgbClr val="CF6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6382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override pass that rescues Art, Sky, Utility, and Water textures from tileability rejection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28016" cy="128016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 HTML preview browser with real-time search, PBR filter, thumbnails, and batch actions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128016" cy="128016"/>
          </a:xfrm>
          <a:prstGeom prst="rect">
            <a:avLst/>
          </a:prstGeom>
          <a:solidFill>
            <a:srgbClr val="5AAF6A"/>
          </a:solidFill>
          <a:ln w="12700">
            <a:solidFill>
              <a:srgbClr val="5AA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4281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database-backed architecture where every decision is saved and every run is safely resumable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718304"/>
            <a:ext cx="3840480" cy="27432"/>
          </a:xfrm>
          <a:prstGeom prst="rect">
            <a:avLst/>
          </a:prstGeom>
          <a:solidFill>
            <a:srgbClr val="4F8FD4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82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Library Image Sorter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Texture Library Image Sorter</dc:title>
  <dc:subject>PptxGenJS Presentation</dc:subject>
  <dc:creator>PptxGenJS</dc:creator>
  <cp:lastModifiedBy>PptxGenJS</cp:lastModifiedBy>
  <cp:revision>1</cp:revision>
  <dcterms:created xsi:type="dcterms:W3CDTF">2026-05-27T02:50:28Z</dcterms:created>
  <dcterms:modified xsi:type="dcterms:W3CDTF">2026-05-27T02:50:28Z</dcterms:modified>
</cp:coreProperties>
</file>